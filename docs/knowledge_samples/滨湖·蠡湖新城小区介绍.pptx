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蠡湖新城小区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蠡湖新城小区</a:t>
            </a:r>
          </a:p>
          <a:p>
            <a:r>
              <a:t>户型以 2-3 室为主，绿化率高，临近蠡湖，适合注重居住品质的租客。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户型与租金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户型与租金</a:t>
            </a:r>
          </a:p>
          <a:p>
            <a:r>
              <a:t>2 室约 110m2，月租 4500 元；3 室约 130m2，月租 5800 元，精装全配。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周边配套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周边配套</a:t>
            </a:r>
          </a:p>
          <a:p>
            <a:r>
              <a:t>3 公里内：蠡湖公园、无锡大剧院、地铁 4 号线蠡湖新城站；商超齐全。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物业与费用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物业与费用</a:t>
            </a:r>
          </a:p>
          <a:p>
            <a:r>
              <a:t>物业费 2.5 元/m2/月；水电为民用标准；车位充足。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